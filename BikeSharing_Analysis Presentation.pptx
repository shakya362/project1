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Demand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210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Weekdays</c:v>
                  </c:pt>
                  <c:pt idx="1">
                    <c:v>Weekends</c:v>
                  </c:pt>
                  <c:pt idx="2">
                    <c:v>Clear Wx</c:v>
                  </c:pt>
                  <c:pt idx="3">
                    <c:v>Cloudy Wx</c:v>
                  </c:pt>
                  <c:pt idx="4">
                    <c:v>Light Rain</c:v>
                  </c:pt>
                  <c:pt idx="5">
                    <c:v>Spring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42435</c:v>
                </c:pt>
                <c:pt idx="1">
                  <c:v>15869</c:v>
                </c:pt>
                <c:pt idx="2">
                  <c:v>37373</c:v>
                </c:pt>
                <c:pt idx="3">
                  <c:v>18106</c:v>
                </c:pt>
                <c:pt idx="4">
                  <c:v>2789</c:v>
                </c:pt>
                <c:pt idx="5">
                  <c:v>58304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210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Demand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210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707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Temperature</c:v>
                  </c:pt>
                  <c:pt idx="1">
                    <c:v>Wind Speed</c:v>
                  </c:pt>
                  <c:pt idx="2">
                    <c:v>Humidity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0.229</c:v>
                </c:pt>
                <c:pt idx="1">
                  <c:v>0.104</c:v>
                </c:pt>
                <c:pt idx="2">
                  <c:v>-0.254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210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-731520"/>
            <a:ext cx="3200400" cy="32004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2743200"/>
            <a:ext cx="2286000" cy="2286000"/>
          </a:xfrm>
          <a:prstGeom prst="ellipse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10972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</a:rPr>
              <a:t>🚲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Bike-Sharing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8D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Weather, Time &amp; Holidays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8D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 Bike Rentals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64515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91640" y="46451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ASHISH KUMAR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46451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D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Data Analytics Project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1024"/>
          </a:solidFill>
          <a:ln w="12700">
            <a:solidFill>
              <a:srgbClr val="0210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3383280"/>
          </a:xfrm>
          <a:prstGeom prst="rect">
            <a:avLst/>
          </a:prstGeom>
          <a:solidFill>
            <a:srgbClr val="021024"/>
          </a:solidFill>
          <a:ln w="12700">
            <a:solidFill>
              <a:srgbClr val="0210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D0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Bike-sharing companies need to understand demand patterns to optimize fleet distribution and operations.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D0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D0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analysis, resources are misallocated — too many bikes on rainy days, not enough during peak hours.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188720"/>
            <a:ext cx="9144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Analyze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59105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how weather, time of day, and holidays affect bike rentals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2286000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286000"/>
            <a:ext cx="9144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Clean &amp; Combine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68833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Excel to clean and join hourly/daily datasets reliably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54880" y="3383280"/>
            <a:ext cx="4023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3383280"/>
            <a:ext cx="9144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3474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Visualize &amp; Plan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378561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patterns that improve business planning and decisions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"Organized data leads to better decisions faster."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325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⏱️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43000" y="13075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&amp; Daily Data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673352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rental records collected at hourly and daily granularity across seasons and weather conditions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325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🌦️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532120" y="13075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Integration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32120" y="1673352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humidity, windspeed, and weather situation data joined with rental records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108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🛠️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143000" y="30906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Techniques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456432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COUNTIF, SUMIF, STDEV, CORREL functions used to clean, join, and analyze the datasets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3108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532120" y="30906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Discovery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32120" y="3456432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time-of-day trends, seasonal demand shifts, and weather impact on rentals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types: Casual vs Registered  •  Seasons: Spring / Summer / Fall / Winter  •  Times: Night / Morning / Afternoon / Evening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COUNTIF — Record Distribution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651760" cy="1600200"/>
          </a:xfrm>
          <a:prstGeom prst="rect">
            <a:avLst/>
          </a:prstGeom>
          <a:solidFill>
            <a:srgbClr val="0A1628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801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Records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period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143000"/>
            <a:ext cx="2651760" cy="1600200"/>
          </a:xfrm>
          <a:prstGeom prst="rect">
            <a:avLst/>
          </a:prstGeom>
          <a:solidFill>
            <a:srgbClr val="0A1628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2801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670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47472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Records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2286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days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55080" y="1143000"/>
            <a:ext cx="2651760" cy="1600200"/>
          </a:xfrm>
          <a:prstGeom prst="rect">
            <a:avLst/>
          </a:prstGeom>
          <a:solidFill>
            <a:srgbClr val="0A1628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12801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606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49224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Weather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2286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017520"/>
            <a:ext cx="2651760" cy="1600200"/>
          </a:xfrm>
          <a:prstGeom prst="rect">
            <a:avLst/>
          </a:prstGeom>
          <a:solidFill>
            <a:srgbClr val="0A1628"/>
          </a:solidFill>
          <a:ln w="19050">
            <a:solidFill>
              <a:srgbClr val="5B9BD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1546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309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457200" y="3840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Cloudy Weather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160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37560" y="3017520"/>
            <a:ext cx="2651760" cy="1600200"/>
          </a:xfrm>
          <a:prstGeom prst="rect">
            <a:avLst/>
          </a:prstGeom>
          <a:solidFill>
            <a:srgbClr val="0A1628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74720" y="31546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985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3474720" y="3840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Users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4160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 records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55080" y="3017520"/>
            <a:ext cx="2651760" cy="1600200"/>
          </a:xfrm>
          <a:prstGeom prst="rect">
            <a:avLst/>
          </a:prstGeom>
          <a:solidFill>
            <a:srgbClr val="0A1628"/>
          </a:solidFill>
          <a:ln w="19050">
            <a:solidFill>
              <a:srgbClr val="E0707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92240" y="31546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6492240" y="3840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Users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4160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 records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split: 67% Weekdays vs 33% Weekends  •  Clear weather dominates with 61% of records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1024"/>
          </a:solidFill>
          <a:ln w="12700">
            <a:solidFill>
              <a:srgbClr val="0210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SUMIF — Total Demand Analysis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097280"/>
            <a:ext cx="2834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0" y="1097280"/>
            <a:ext cx="82296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80760" y="118872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2.67×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080760" y="155448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Weekdays vs Weekends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80760" y="181051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demand is 2.67x higher than weekend demand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43600" y="2377440"/>
            <a:ext cx="2834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2377440"/>
            <a:ext cx="82296" cy="1143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80760" y="246888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58,304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080760" y="283464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Season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80760" y="309067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has the highest total demand across all seasons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43600" y="3657600"/>
            <a:ext cx="2834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43600" y="3657600"/>
            <a:ext cx="82296" cy="1143000"/>
          </a:xfrm>
          <a:prstGeom prst="rect">
            <a:avLst/>
          </a:prstGeom>
          <a:solidFill>
            <a:srgbClr val="E07070"/>
          </a:solidFill>
          <a:ln w="12700">
            <a:solidFill>
              <a:srgbClr val="E0707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80760" y="37490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−93%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080760" y="411480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Impact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080760" y="437083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rain reduces demand vs clear weather days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00A896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STDEV — Variability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4023360" cy="1600200"/>
          </a:xfrm>
          <a:prstGeom prst="rect">
            <a:avLst/>
          </a:prstGeom>
          <a:solidFill>
            <a:srgbClr val="0A1628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34440"/>
            <a:ext cx="40233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990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50.96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892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(cnt)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variability — rentals fluctuate significantly by hour and conditions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4023360" cy="1600200"/>
          </a:xfrm>
          <a:prstGeom prst="rect">
            <a:avLst/>
          </a:prstGeom>
          <a:solidFill>
            <a:srgbClr val="0A1628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234440"/>
            <a:ext cx="402336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3990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0.079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92040" y="1892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2148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variability — temperature stays relatively stable within periods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108960"/>
            <a:ext cx="4023360" cy="1600200"/>
          </a:xfrm>
          <a:prstGeom prst="rect">
            <a:avLst/>
          </a:prstGeom>
          <a:solidFill>
            <a:srgbClr val="0A1628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108960"/>
            <a:ext cx="402336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7355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0.188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02920" y="37673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023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variability — humidity changes affect rental patterns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3108960"/>
            <a:ext cx="4023360" cy="1600200"/>
          </a:xfrm>
          <a:prstGeom prst="rect">
            <a:avLst/>
          </a:prstGeom>
          <a:solidFill>
            <a:srgbClr val="0A1628"/>
          </a:solidFill>
          <a:ln w="19050">
            <a:solidFill>
              <a:srgbClr val="5B9BD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108960"/>
            <a:ext cx="4023360" cy="64008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27355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0.129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892040" y="37673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Speed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4023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8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Low-moderate variability — wind is fairly consistent day-to-day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Demand (σ=50.96) shows the highest variability, confirming external factors strongly influence rentals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— Demand Drivers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47548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394960" y="1097280"/>
            <a:ext cx="33832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532120" y="117043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 Temperature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532120" y="1463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+0.229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675120" y="149047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532120" y="18288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Warmer weather → more rentals. Moderate positive relationship.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394960" y="2286000"/>
            <a:ext cx="33832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532120" y="235915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 Humidity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532120" y="2651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−0.254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675120" y="267919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532120" y="30175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humidity → fewer rentals. Strongest correlation found.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394960" y="3474720"/>
            <a:ext cx="33832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532120" y="354787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  Wind Speed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532120" y="3840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+0.104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675120" y="386791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Positive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532120" y="42062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positive effect — not a dominant rental driver.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has the strongest influence on bike demand, followed by temperature. Windspeed has minimal effect.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CONCLUSIONS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24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097280"/>
            <a:ext cx="3154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0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Weekdays account for 67% of records and 73% of total demand vs weekends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124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☀️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0" y="1097280"/>
            <a:ext cx="3154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0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weather drives 61% of records — weather is a critical planning factor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103120"/>
            <a:ext cx="402336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21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🌱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2194560"/>
            <a:ext cx="3154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0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season generates the highest demand at 58,304 total rentals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2103120"/>
            <a:ext cx="402336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221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🌡️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0" y="2194560"/>
            <a:ext cx="3154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0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has a moderate positive correlation (+0.23) with demand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200400"/>
            <a:ext cx="402336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3192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💧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7280" y="3291840"/>
            <a:ext cx="3154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0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is the strongest negative driver (−0.25) of rental demand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0" y="3200400"/>
            <a:ext cx="402336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3192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0" y="3291840"/>
            <a:ext cx="3154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0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variability (σ=50.96) is far higher than any weather metric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028090">
                <a:alpha val="8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55371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Excel-driven analysis reveals clear patterns — enabling smarter fleet planning, pricing strategy, and operational decisions for bike-sharing businesses.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1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097280"/>
            <a:ext cx="4114800" cy="41148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-457200"/>
            <a:ext cx="2011680" cy="2011680"/>
          </a:xfrm>
          <a:prstGeom prst="ellipse">
            <a:avLst/>
          </a:prstGeom>
          <a:solidFill>
            <a:srgbClr val="02C39A">
              <a:alpha val="10000"/>
            </a:srgbClr>
          </a:solidFill>
          <a:ln w="12700">
            <a:solidFill>
              <a:srgbClr val="02C39A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6400" dirty="0"/>
          </a:p>
        </p:txBody>
      </p:sp>
      <p:sp>
        <p:nvSpPr>
          <p:cNvPr id="7" name="Shape 5"/>
          <p:cNvSpPr/>
          <p:nvPr/>
        </p:nvSpPr>
        <p:spPr>
          <a:xfrm>
            <a:off x="3200400" y="2468880"/>
            <a:ext cx="27432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8D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a pleasure walking you through this analysis.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926080" y="3291840"/>
            <a:ext cx="3291840" cy="1188720"/>
          </a:xfrm>
          <a:prstGeom prst="rect">
            <a:avLst/>
          </a:prstGeom>
          <a:solidFill>
            <a:srgbClr val="0A1628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26080" y="340156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3703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ASHISH KUMAR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7914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Bike-Sharing Data Analysis  •  Excel Analytics Project  •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Bike-Sharing Data Analysis</dc:title>
  <dc:subject>PptxGenJS Presentation</dc:subject>
  <dc:creator>PptxGenJS</dc:creator>
  <cp:lastModifiedBy>PptxGenJS</cp:lastModifiedBy>
  <cp:revision>1</cp:revision>
  <dcterms:created xsi:type="dcterms:W3CDTF">2026-03-25T02:02:46Z</dcterms:created>
  <dcterms:modified xsi:type="dcterms:W3CDTF">2026-03-25T02:02:46Z</dcterms:modified>
</cp:coreProperties>
</file>